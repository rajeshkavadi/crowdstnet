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AF1FE0-B9DF-4FBF-A5DF-1701A9CECDD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5EB814-0061-4807-8C43-0A3B6649AB24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Input frames</a:t>
          </a:r>
        </a:p>
      </dgm:t>
    </dgm:pt>
    <dgm:pt modelId="{E052D3F0-2C77-48AE-9BA6-814307D997E5}" type="parTrans" cxnId="{69050678-ED49-4A5D-8EB2-002A8EEF0A56}">
      <dgm:prSet/>
      <dgm:spPr/>
      <dgm:t>
        <a:bodyPr/>
        <a:lstStyle/>
        <a:p>
          <a:endParaRPr lang="en-IN"/>
        </a:p>
      </dgm:t>
    </dgm:pt>
    <dgm:pt modelId="{AD2193D8-537A-43FC-AE93-D3739EDB6BA1}" type="sibTrans" cxnId="{69050678-ED49-4A5D-8EB2-002A8EEF0A56}">
      <dgm:prSet/>
      <dgm:spPr/>
      <dgm:t>
        <a:bodyPr/>
        <a:lstStyle/>
        <a:p>
          <a:endParaRPr lang="en-IN"/>
        </a:p>
      </dgm:t>
    </dgm:pt>
    <dgm:pt modelId="{B22C9A32-0F0D-4C75-8A61-9D2794C5FD05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MobileNetV3 backbone</a:t>
          </a:r>
          <a:endParaRPr lang="en-IN" sz="1400" dirty="0">
            <a:latin typeface="+mn-lt"/>
          </a:endParaRPr>
        </a:p>
      </dgm:t>
    </dgm:pt>
    <dgm:pt modelId="{F8B00523-BB88-493C-BF28-81E0F8B7F720}" type="parTrans" cxnId="{F7169010-718F-41D8-903D-9BA20F60CB23}">
      <dgm:prSet/>
      <dgm:spPr/>
      <dgm:t>
        <a:bodyPr/>
        <a:lstStyle/>
        <a:p>
          <a:endParaRPr lang="en-IN"/>
        </a:p>
      </dgm:t>
    </dgm:pt>
    <dgm:pt modelId="{F33F2024-18A6-4862-B9A6-FE36F6269C40}" type="sibTrans" cxnId="{F7169010-718F-41D8-903D-9BA20F60CB23}">
      <dgm:prSet/>
      <dgm:spPr/>
      <dgm:t>
        <a:bodyPr/>
        <a:lstStyle/>
        <a:p>
          <a:endParaRPr lang="en-IN"/>
        </a:p>
      </dgm:t>
    </dgm:pt>
    <dgm:pt modelId="{27E831DF-05DF-4C16-8910-AC2BA144A029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Fully convolutional </a:t>
          </a:r>
          <a:r>
            <a:rPr lang="en-GB" sz="1400" dirty="0" err="1" smtClean="0">
              <a:latin typeface="+mn-lt"/>
            </a:rPr>
            <a:t>regressor</a:t>
          </a:r>
          <a:endParaRPr lang="en-IN" sz="1400" dirty="0">
            <a:latin typeface="+mn-lt"/>
          </a:endParaRPr>
        </a:p>
      </dgm:t>
    </dgm:pt>
    <dgm:pt modelId="{671AFC00-4512-456E-A9A2-1E0D41A0000B}" type="parTrans" cxnId="{3241011F-8A3A-4399-B6A1-3620EEA95901}">
      <dgm:prSet/>
      <dgm:spPr/>
      <dgm:t>
        <a:bodyPr/>
        <a:lstStyle/>
        <a:p>
          <a:endParaRPr lang="en-IN"/>
        </a:p>
      </dgm:t>
    </dgm:pt>
    <dgm:pt modelId="{0269C42B-5C0C-4406-A648-5D2247764FAE}" type="sibTrans" cxnId="{3241011F-8A3A-4399-B6A1-3620EEA95901}">
      <dgm:prSet/>
      <dgm:spPr/>
      <dgm:t>
        <a:bodyPr/>
        <a:lstStyle/>
        <a:p>
          <a:endParaRPr lang="en-IN"/>
        </a:p>
      </dgm:t>
    </dgm:pt>
    <dgm:pt modelId="{D4789737-FB54-498C-956A-8F410F8411E5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Spatial Reduction</a:t>
          </a:r>
          <a:endParaRPr lang="en-IN" sz="1400" dirty="0">
            <a:latin typeface="+mn-lt"/>
          </a:endParaRPr>
        </a:p>
      </dgm:t>
    </dgm:pt>
    <dgm:pt modelId="{B71CE631-692B-4CB0-903A-46624A6E3FB9}" type="parTrans" cxnId="{76C442CC-9245-4751-8CCF-7D145102E423}">
      <dgm:prSet/>
      <dgm:spPr/>
      <dgm:t>
        <a:bodyPr/>
        <a:lstStyle/>
        <a:p>
          <a:endParaRPr lang="en-IN"/>
        </a:p>
      </dgm:t>
    </dgm:pt>
    <dgm:pt modelId="{21C9C9B1-538B-483A-A465-1F6BA030C162}" type="sibTrans" cxnId="{76C442CC-9245-4751-8CCF-7D145102E423}">
      <dgm:prSet/>
      <dgm:spPr/>
      <dgm:t>
        <a:bodyPr/>
        <a:lstStyle/>
        <a:p>
          <a:endParaRPr lang="en-IN"/>
        </a:p>
      </dgm:t>
    </dgm:pt>
    <dgm:pt modelId="{38ECFAFC-617F-46C3-BB30-9B09D20D1396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Flow estimation</a:t>
          </a:r>
          <a:endParaRPr lang="en-IN" sz="1400" dirty="0">
            <a:latin typeface="+mn-lt"/>
          </a:endParaRPr>
        </a:p>
      </dgm:t>
    </dgm:pt>
    <dgm:pt modelId="{F51BF27A-BF2A-4047-BD17-8AE4A5FE6B56}" type="parTrans" cxnId="{724CB3A7-52B5-4AA6-A1A6-B3EACE77C374}">
      <dgm:prSet/>
      <dgm:spPr/>
      <dgm:t>
        <a:bodyPr/>
        <a:lstStyle/>
        <a:p>
          <a:endParaRPr lang="en-IN"/>
        </a:p>
      </dgm:t>
    </dgm:pt>
    <dgm:pt modelId="{AD7AB41C-AB9D-4974-9C44-73B8BAE00734}" type="sibTrans" cxnId="{724CB3A7-52B5-4AA6-A1A6-B3EACE77C374}">
      <dgm:prSet/>
      <dgm:spPr/>
      <dgm:t>
        <a:bodyPr/>
        <a:lstStyle/>
        <a:p>
          <a:endParaRPr lang="en-IN"/>
        </a:p>
      </dgm:t>
    </dgm:pt>
    <dgm:pt modelId="{FC073A82-F2CB-415E-B5DE-810AA4C5E0DD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Motion CNN</a:t>
          </a:r>
        </a:p>
        <a:p>
          <a:r>
            <a:rPr lang="en-GB" sz="1400" dirty="0" smtClean="0">
              <a:latin typeface="+mn-lt"/>
            </a:rPr>
            <a:t>( Residual </a:t>
          </a:r>
          <a:r>
            <a:rPr lang="en-GB" sz="1400" dirty="0" err="1" smtClean="0">
              <a:latin typeface="+mn-lt"/>
            </a:rPr>
            <a:t>depthwise</a:t>
          </a:r>
          <a:r>
            <a:rPr lang="en-GB" sz="1400" dirty="0" smtClean="0">
              <a:latin typeface="+mn-lt"/>
            </a:rPr>
            <a:t> CNN  with SE attention)</a:t>
          </a:r>
          <a:endParaRPr lang="en-IN" sz="1400" dirty="0">
            <a:latin typeface="+mn-lt"/>
          </a:endParaRPr>
        </a:p>
      </dgm:t>
    </dgm:pt>
    <dgm:pt modelId="{1003A309-10B5-4072-82A2-73DD074038E2}" type="parTrans" cxnId="{5C4EF5F1-965C-489B-989A-995C0689DDEB}">
      <dgm:prSet/>
      <dgm:spPr/>
      <dgm:t>
        <a:bodyPr/>
        <a:lstStyle/>
        <a:p>
          <a:endParaRPr lang="en-IN"/>
        </a:p>
      </dgm:t>
    </dgm:pt>
    <dgm:pt modelId="{CD3B79EB-93F5-4AE5-8824-A98823CC2C0F}" type="sibTrans" cxnId="{5C4EF5F1-965C-489B-989A-995C0689DDEB}">
      <dgm:prSet/>
      <dgm:spPr/>
      <dgm:t>
        <a:bodyPr/>
        <a:lstStyle/>
        <a:p>
          <a:endParaRPr lang="en-IN"/>
        </a:p>
      </dgm:t>
    </dgm:pt>
    <dgm:pt modelId="{A53991F2-5495-42C9-AD09-FFED39929707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Concatenation</a:t>
          </a:r>
          <a:endParaRPr lang="en-IN" sz="1400" dirty="0">
            <a:latin typeface="+mn-lt"/>
          </a:endParaRPr>
        </a:p>
      </dgm:t>
    </dgm:pt>
    <dgm:pt modelId="{E014535E-6B7E-4FD3-8B5F-62C7B4E83C52}" type="parTrans" cxnId="{8C03A887-354B-49F3-8EB6-2BDE0368E84A}">
      <dgm:prSet/>
      <dgm:spPr/>
      <dgm:t>
        <a:bodyPr/>
        <a:lstStyle/>
        <a:p>
          <a:endParaRPr lang="en-IN"/>
        </a:p>
      </dgm:t>
    </dgm:pt>
    <dgm:pt modelId="{EC5BA3BB-EC25-4C8A-A681-8DC400109D8C}" type="sibTrans" cxnId="{8C03A887-354B-49F3-8EB6-2BDE0368E84A}">
      <dgm:prSet/>
      <dgm:spPr/>
      <dgm:t>
        <a:bodyPr/>
        <a:lstStyle/>
        <a:p>
          <a:endParaRPr lang="en-IN"/>
        </a:p>
      </dgm:t>
    </dgm:pt>
    <dgm:pt modelId="{260557A8-64E7-44CE-AAFB-B7C3BB4ED483}">
      <dgm:prSet phldrT="[Text]" custT="1"/>
      <dgm:spPr/>
      <dgm:t>
        <a:bodyPr/>
        <a:lstStyle/>
        <a:p>
          <a:r>
            <a:rPr lang="en-GB" sz="1400" dirty="0" err="1" smtClean="0">
              <a:latin typeface="+mn-lt"/>
            </a:rPr>
            <a:t>ConvLSTM</a:t>
          </a:r>
          <a:endParaRPr lang="en-IN" sz="1400" dirty="0">
            <a:latin typeface="+mn-lt"/>
          </a:endParaRPr>
        </a:p>
      </dgm:t>
    </dgm:pt>
    <dgm:pt modelId="{BA4F5B2D-2375-4D4F-863B-BB0B1E46E602}" type="parTrans" cxnId="{9EA7C104-2434-4D6C-AB4F-D06A795B53A4}">
      <dgm:prSet/>
      <dgm:spPr/>
      <dgm:t>
        <a:bodyPr/>
        <a:lstStyle/>
        <a:p>
          <a:endParaRPr lang="en-IN"/>
        </a:p>
      </dgm:t>
    </dgm:pt>
    <dgm:pt modelId="{732FC177-A8CA-4D5A-966F-0A483A0F434D}" type="sibTrans" cxnId="{9EA7C104-2434-4D6C-AB4F-D06A795B53A4}">
      <dgm:prSet/>
      <dgm:spPr/>
      <dgm:t>
        <a:bodyPr/>
        <a:lstStyle/>
        <a:p>
          <a:endParaRPr lang="en-IN"/>
        </a:p>
      </dgm:t>
    </dgm:pt>
    <dgm:pt modelId="{81DDDED3-C3CA-421D-A830-B726C66E5902}">
      <dgm:prSet phldrT="[Text]" custT="1"/>
      <dgm:spPr/>
      <dgm:t>
        <a:bodyPr/>
        <a:lstStyle/>
        <a:p>
          <a:endParaRPr lang="en-GB" sz="1400" dirty="0" smtClean="0">
            <a:latin typeface="+mn-lt"/>
          </a:endParaRPr>
        </a:p>
        <a:p>
          <a:r>
            <a:rPr lang="en-GB" sz="1400" dirty="0" smtClean="0">
              <a:latin typeface="+mn-lt"/>
            </a:rPr>
            <a:t>Global Pooling </a:t>
          </a:r>
        </a:p>
        <a:p>
          <a:r>
            <a:rPr lang="en-GB" sz="1400" dirty="0" smtClean="0">
              <a:latin typeface="+mn-lt"/>
            </a:rPr>
            <a:t>MLP</a:t>
          </a:r>
        </a:p>
        <a:p>
          <a:r>
            <a:rPr lang="en-GB" sz="1400" dirty="0" err="1" smtClean="0">
              <a:latin typeface="+mn-lt"/>
            </a:rPr>
            <a:t>Softmax</a:t>
          </a:r>
          <a:endParaRPr lang="en-GB" sz="1400" dirty="0" smtClean="0">
            <a:latin typeface="+mn-lt"/>
          </a:endParaRPr>
        </a:p>
        <a:p>
          <a:endParaRPr lang="en-IN" sz="1400" dirty="0">
            <a:latin typeface="+mn-lt"/>
          </a:endParaRPr>
        </a:p>
      </dgm:t>
    </dgm:pt>
    <dgm:pt modelId="{97AFEA3B-410E-41B2-97F4-2D332CC9E678}" type="parTrans" cxnId="{4E423D38-BC0B-4F3C-ADAD-3036A846901B}">
      <dgm:prSet/>
      <dgm:spPr/>
      <dgm:t>
        <a:bodyPr/>
        <a:lstStyle/>
        <a:p>
          <a:endParaRPr lang="en-IN"/>
        </a:p>
      </dgm:t>
    </dgm:pt>
    <dgm:pt modelId="{65C09F8B-9381-4D04-BA4E-141AF5FD53D7}" type="sibTrans" cxnId="{4E423D38-BC0B-4F3C-ADAD-3036A846901B}">
      <dgm:prSet/>
      <dgm:spPr/>
      <dgm:t>
        <a:bodyPr/>
        <a:lstStyle/>
        <a:p>
          <a:endParaRPr lang="en-IN"/>
        </a:p>
      </dgm:t>
    </dgm:pt>
    <dgm:pt modelId="{2880EA8B-BCE3-4726-B2A4-AE86BB6B4F08}">
      <dgm:prSet phldrT="[Text]" custT="1"/>
      <dgm:spPr/>
      <dgm:t>
        <a:bodyPr/>
        <a:lstStyle/>
        <a:p>
          <a:r>
            <a:rPr lang="en-GB" sz="1400" dirty="0" smtClean="0">
              <a:latin typeface="+mn-lt"/>
            </a:rPr>
            <a:t>Pre-filter (</a:t>
          </a:r>
          <a:r>
            <a:rPr lang="en-GB" sz="1400" dirty="0" err="1" smtClean="0">
              <a:latin typeface="+mn-lt"/>
            </a:rPr>
            <a:t>Denoise</a:t>
          </a:r>
          <a:r>
            <a:rPr lang="en-GB" sz="1400" dirty="0" smtClean="0">
              <a:latin typeface="+mn-lt"/>
            </a:rPr>
            <a:t>)</a:t>
          </a:r>
          <a:endParaRPr lang="en-IN" sz="1400" dirty="0">
            <a:latin typeface="+mn-lt"/>
          </a:endParaRPr>
        </a:p>
      </dgm:t>
    </dgm:pt>
    <dgm:pt modelId="{2FBF2378-7922-42B4-BE7A-CE12A0C8BDE5}" type="parTrans" cxnId="{3CFFBAE1-036B-4EC0-8EAC-7B8EDBCE3D75}">
      <dgm:prSet/>
      <dgm:spPr/>
      <dgm:t>
        <a:bodyPr/>
        <a:lstStyle/>
        <a:p>
          <a:endParaRPr lang="en-IN"/>
        </a:p>
      </dgm:t>
    </dgm:pt>
    <dgm:pt modelId="{C64CADC5-3F40-4F59-A8EC-61605221169C}" type="sibTrans" cxnId="{3CFFBAE1-036B-4EC0-8EAC-7B8EDBCE3D75}">
      <dgm:prSet/>
      <dgm:spPr/>
      <dgm:t>
        <a:bodyPr/>
        <a:lstStyle/>
        <a:p>
          <a:endParaRPr lang="en-IN"/>
        </a:p>
      </dgm:t>
    </dgm:pt>
    <dgm:pt modelId="{010489DA-F316-4A48-8AD3-383F1DB44519}" type="pres">
      <dgm:prSet presAssocID="{62AF1FE0-B9DF-4FBF-A5DF-1701A9CECDD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03226CB-70DA-4DEB-8E0F-BDCFEFBCFB4C}" type="pres">
      <dgm:prSet presAssocID="{7F5EB814-0061-4807-8C43-0A3B6649AB24}" presName="root1" presStyleCnt="0"/>
      <dgm:spPr/>
    </dgm:pt>
    <dgm:pt modelId="{AD04AEDA-6C6D-4274-973E-3630EE9786F0}" type="pres">
      <dgm:prSet presAssocID="{7F5EB814-0061-4807-8C43-0A3B6649AB24}" presName="LevelOneTextNode" presStyleLbl="node0" presStyleIdx="0" presStyleCnt="1" custScaleX="117360" custScaleY="159626" custLinFactNeighborX="-6626" custLinFactNeighborY="-31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FE64767-BA1D-4A8B-8C28-B7B819CA3E11}" type="pres">
      <dgm:prSet presAssocID="{7F5EB814-0061-4807-8C43-0A3B6649AB24}" presName="level2hierChild" presStyleCnt="0"/>
      <dgm:spPr/>
    </dgm:pt>
    <dgm:pt modelId="{4FEC9C7C-E440-4B0D-80E1-8646990182B2}" type="pres">
      <dgm:prSet presAssocID="{F8B00523-BB88-493C-BF28-81E0F8B7F720}" presName="conn2-1" presStyleLbl="parChTrans1D2" presStyleIdx="0" presStyleCnt="2"/>
      <dgm:spPr/>
    </dgm:pt>
    <dgm:pt modelId="{2AAB5D92-ACDC-4A80-B303-7A56F123D74F}" type="pres">
      <dgm:prSet presAssocID="{F8B00523-BB88-493C-BF28-81E0F8B7F720}" presName="connTx" presStyleLbl="parChTrans1D2" presStyleIdx="0" presStyleCnt="2"/>
      <dgm:spPr/>
    </dgm:pt>
    <dgm:pt modelId="{1985BDDA-BC9E-4329-86AE-CFA396133AC4}" type="pres">
      <dgm:prSet presAssocID="{B22C9A32-0F0D-4C75-8A61-9D2794C5FD05}" presName="root2" presStyleCnt="0"/>
      <dgm:spPr/>
    </dgm:pt>
    <dgm:pt modelId="{7E45FD48-BF3D-4F9D-8F5C-D3AA26BD23A5}" type="pres">
      <dgm:prSet presAssocID="{B22C9A32-0F0D-4C75-8A61-9D2794C5FD05}" presName="LevelTwoTextNode" presStyleLbl="node2" presStyleIdx="0" presStyleCnt="2" custScaleX="119855" custScaleY="215102" custLinFactNeighborX="-13427" custLinFactNeighborY="-234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4810707-5939-4826-B3C3-2A22B66CF01D}" type="pres">
      <dgm:prSet presAssocID="{B22C9A32-0F0D-4C75-8A61-9D2794C5FD05}" presName="level3hierChild" presStyleCnt="0"/>
      <dgm:spPr/>
    </dgm:pt>
    <dgm:pt modelId="{8DB43B5C-4765-44F4-A2A7-9F2D733980CD}" type="pres">
      <dgm:prSet presAssocID="{671AFC00-4512-456E-A9A2-1E0D41A0000B}" presName="conn2-1" presStyleLbl="parChTrans1D3" presStyleIdx="0" presStyleCnt="3"/>
      <dgm:spPr/>
    </dgm:pt>
    <dgm:pt modelId="{4269C14C-9D5A-4E26-A41D-A200D2174CFB}" type="pres">
      <dgm:prSet presAssocID="{671AFC00-4512-456E-A9A2-1E0D41A0000B}" presName="connTx" presStyleLbl="parChTrans1D3" presStyleIdx="0" presStyleCnt="3"/>
      <dgm:spPr/>
    </dgm:pt>
    <dgm:pt modelId="{9B97F411-46E1-4174-9FDE-35A233140EB2}" type="pres">
      <dgm:prSet presAssocID="{27E831DF-05DF-4C16-8910-AC2BA144A029}" presName="root2" presStyleCnt="0"/>
      <dgm:spPr/>
    </dgm:pt>
    <dgm:pt modelId="{4E8536B8-5C11-4558-826A-C4D446A3942C}" type="pres">
      <dgm:prSet presAssocID="{27E831DF-05DF-4C16-8910-AC2BA144A029}" presName="LevelTwoTextNode" presStyleLbl="node3" presStyleIdx="0" presStyleCnt="3" custScaleX="138032" custScaleY="140874" custLinFactNeighborX="-2661" custLinFactNeighborY="-4933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DFE43D6-79FD-43DD-A31F-D13BE376B27A}" type="pres">
      <dgm:prSet presAssocID="{27E831DF-05DF-4C16-8910-AC2BA144A029}" presName="level3hierChild" presStyleCnt="0"/>
      <dgm:spPr/>
    </dgm:pt>
    <dgm:pt modelId="{28F7AFDB-01F2-49A8-B555-97056DA76E96}" type="pres">
      <dgm:prSet presAssocID="{B71CE631-692B-4CB0-903A-46624A6E3FB9}" presName="conn2-1" presStyleLbl="parChTrans1D3" presStyleIdx="1" presStyleCnt="3"/>
      <dgm:spPr/>
    </dgm:pt>
    <dgm:pt modelId="{104E9889-5C99-4393-B775-89B45784560F}" type="pres">
      <dgm:prSet presAssocID="{B71CE631-692B-4CB0-903A-46624A6E3FB9}" presName="connTx" presStyleLbl="parChTrans1D3" presStyleIdx="1" presStyleCnt="3"/>
      <dgm:spPr/>
    </dgm:pt>
    <dgm:pt modelId="{A1EC2040-CAAF-45A9-A61D-9830D2352FC6}" type="pres">
      <dgm:prSet presAssocID="{D4789737-FB54-498C-956A-8F410F8411E5}" presName="root2" presStyleCnt="0"/>
      <dgm:spPr/>
    </dgm:pt>
    <dgm:pt modelId="{16A63B87-8E93-4926-A298-417FE202F207}" type="pres">
      <dgm:prSet presAssocID="{D4789737-FB54-498C-956A-8F410F8411E5}" presName="LevelTwoTextNode" presStyleLbl="node3" presStyleIdx="1" presStyleCnt="3">
        <dgm:presLayoutVars>
          <dgm:chPref val="3"/>
        </dgm:presLayoutVars>
      </dgm:prSet>
      <dgm:spPr/>
    </dgm:pt>
    <dgm:pt modelId="{48349096-080A-4586-9CAA-325A92CDDE80}" type="pres">
      <dgm:prSet presAssocID="{D4789737-FB54-498C-956A-8F410F8411E5}" presName="level3hierChild" presStyleCnt="0"/>
      <dgm:spPr/>
    </dgm:pt>
    <dgm:pt modelId="{2F7EF3A4-8358-4BA1-9B6F-69C0CDFA418E}" type="pres">
      <dgm:prSet presAssocID="{E014535E-6B7E-4FD3-8B5F-62C7B4E83C52}" presName="conn2-1" presStyleLbl="parChTrans1D4" presStyleIdx="0" presStyleCnt="4"/>
      <dgm:spPr/>
    </dgm:pt>
    <dgm:pt modelId="{376FBD36-540A-455F-8708-F6264A96A85E}" type="pres">
      <dgm:prSet presAssocID="{E014535E-6B7E-4FD3-8B5F-62C7B4E83C52}" presName="connTx" presStyleLbl="parChTrans1D4" presStyleIdx="0" presStyleCnt="4"/>
      <dgm:spPr/>
    </dgm:pt>
    <dgm:pt modelId="{D5C7082E-19F2-4E4F-A654-2FDFFBBE8222}" type="pres">
      <dgm:prSet presAssocID="{A53991F2-5495-42C9-AD09-FFED39929707}" presName="root2" presStyleCnt="0"/>
      <dgm:spPr/>
    </dgm:pt>
    <dgm:pt modelId="{4083566D-8932-4EEC-B401-78A7C38B3301}" type="pres">
      <dgm:prSet presAssocID="{A53991F2-5495-42C9-AD09-FFED39929707}" presName="LevelTwoTextNode" presStyleLbl="node4" presStyleIdx="0" presStyleCnt="4" custScaleX="144232" custScaleY="115760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BFD8FBC-842E-4ADF-A8FE-5B799FB08670}" type="pres">
      <dgm:prSet presAssocID="{A53991F2-5495-42C9-AD09-FFED39929707}" presName="level3hierChild" presStyleCnt="0"/>
      <dgm:spPr/>
    </dgm:pt>
    <dgm:pt modelId="{9A19E923-0BFE-4723-B45D-A6B7947D19B0}" type="pres">
      <dgm:prSet presAssocID="{BA4F5B2D-2375-4D4F-863B-BB0B1E46E602}" presName="conn2-1" presStyleLbl="parChTrans1D4" presStyleIdx="1" presStyleCnt="4"/>
      <dgm:spPr/>
    </dgm:pt>
    <dgm:pt modelId="{726FAE51-5421-46D0-94BC-6C320610D757}" type="pres">
      <dgm:prSet presAssocID="{BA4F5B2D-2375-4D4F-863B-BB0B1E46E602}" presName="connTx" presStyleLbl="parChTrans1D4" presStyleIdx="1" presStyleCnt="4"/>
      <dgm:spPr/>
    </dgm:pt>
    <dgm:pt modelId="{BFE13D38-05EB-4155-89A9-C2579E2F0941}" type="pres">
      <dgm:prSet presAssocID="{260557A8-64E7-44CE-AAFB-B7C3BB4ED483}" presName="root2" presStyleCnt="0"/>
      <dgm:spPr/>
    </dgm:pt>
    <dgm:pt modelId="{30AAA2C5-961A-42CF-9255-CCEA508D3D39}" type="pres">
      <dgm:prSet presAssocID="{260557A8-64E7-44CE-AAFB-B7C3BB4ED483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211CC88-FEBD-49E6-8D74-60A98341BDDA}" type="pres">
      <dgm:prSet presAssocID="{260557A8-64E7-44CE-AAFB-B7C3BB4ED483}" presName="level3hierChild" presStyleCnt="0"/>
      <dgm:spPr/>
    </dgm:pt>
    <dgm:pt modelId="{35977F0F-6A05-42F5-9848-A242DD29E855}" type="pres">
      <dgm:prSet presAssocID="{97AFEA3B-410E-41B2-97F4-2D332CC9E678}" presName="conn2-1" presStyleLbl="parChTrans1D4" presStyleIdx="2" presStyleCnt="4"/>
      <dgm:spPr/>
    </dgm:pt>
    <dgm:pt modelId="{56443313-6F91-48A3-BB4D-897687286494}" type="pres">
      <dgm:prSet presAssocID="{97AFEA3B-410E-41B2-97F4-2D332CC9E678}" presName="connTx" presStyleLbl="parChTrans1D4" presStyleIdx="2" presStyleCnt="4"/>
      <dgm:spPr/>
    </dgm:pt>
    <dgm:pt modelId="{563BB455-B16B-4929-A4B7-124C81BB3304}" type="pres">
      <dgm:prSet presAssocID="{81DDDED3-C3CA-421D-A830-B726C66E5902}" presName="root2" presStyleCnt="0"/>
      <dgm:spPr/>
    </dgm:pt>
    <dgm:pt modelId="{211AEB5F-252B-46CB-B76D-B213AB60AD6A}" type="pres">
      <dgm:prSet presAssocID="{81DDDED3-C3CA-421D-A830-B726C66E5902}" presName="LevelTwoTextNode" presStyleLbl="node4" presStyleIdx="2" presStyleCnt="4" custScaleX="143686" custScaleY="18139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7DACEDE-2BE4-4C8B-8CEA-4329A47BD8F6}" type="pres">
      <dgm:prSet presAssocID="{81DDDED3-C3CA-421D-A830-B726C66E5902}" presName="level3hierChild" presStyleCnt="0"/>
      <dgm:spPr/>
    </dgm:pt>
    <dgm:pt modelId="{801FA15D-58A6-4134-A620-89CF60860F87}" type="pres">
      <dgm:prSet presAssocID="{2FBF2378-7922-42B4-BE7A-CE12A0C8BDE5}" presName="conn2-1" presStyleLbl="parChTrans1D2" presStyleIdx="1" presStyleCnt="2"/>
      <dgm:spPr/>
    </dgm:pt>
    <dgm:pt modelId="{55C7E416-5DE1-47E0-A416-B5AE251C2FAE}" type="pres">
      <dgm:prSet presAssocID="{2FBF2378-7922-42B4-BE7A-CE12A0C8BDE5}" presName="connTx" presStyleLbl="parChTrans1D2" presStyleIdx="1" presStyleCnt="2"/>
      <dgm:spPr/>
    </dgm:pt>
    <dgm:pt modelId="{CF9BBE40-37F9-44BD-9D33-209E0E180F19}" type="pres">
      <dgm:prSet presAssocID="{2880EA8B-BCE3-4726-B2A4-AE86BB6B4F08}" presName="root2" presStyleCnt="0"/>
      <dgm:spPr/>
    </dgm:pt>
    <dgm:pt modelId="{5488EEDC-AF12-4C9E-974E-02F89C844D2D}" type="pres">
      <dgm:prSet presAssocID="{2880EA8B-BCE3-4726-B2A4-AE86BB6B4F0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56AB8B5-D134-4714-BF80-BA092C024B8F}" type="pres">
      <dgm:prSet presAssocID="{2880EA8B-BCE3-4726-B2A4-AE86BB6B4F08}" presName="level3hierChild" presStyleCnt="0"/>
      <dgm:spPr/>
    </dgm:pt>
    <dgm:pt modelId="{022E0660-8D57-48E9-B23B-3359FACF074F}" type="pres">
      <dgm:prSet presAssocID="{F51BF27A-BF2A-4047-BD17-8AE4A5FE6B56}" presName="conn2-1" presStyleLbl="parChTrans1D3" presStyleIdx="2" presStyleCnt="3"/>
      <dgm:spPr/>
    </dgm:pt>
    <dgm:pt modelId="{F169E754-0CC9-436F-912E-CC1C783F4967}" type="pres">
      <dgm:prSet presAssocID="{F51BF27A-BF2A-4047-BD17-8AE4A5FE6B56}" presName="connTx" presStyleLbl="parChTrans1D3" presStyleIdx="2" presStyleCnt="3"/>
      <dgm:spPr/>
    </dgm:pt>
    <dgm:pt modelId="{11307424-9C8B-4EF4-A9A6-DF3B27D512C6}" type="pres">
      <dgm:prSet presAssocID="{38ECFAFC-617F-46C3-BB30-9B09D20D1396}" presName="root2" presStyleCnt="0"/>
      <dgm:spPr/>
    </dgm:pt>
    <dgm:pt modelId="{E639DD63-EEB2-448D-9045-6D114CA97C2C}" type="pres">
      <dgm:prSet presAssocID="{38ECFAFC-617F-46C3-BB30-9B09D20D1396}" presName="LevelTwoTextNode" presStyleLbl="node3" presStyleIdx="2" presStyleCnt="3" custScaleX="115481" custScaleY="192419" custLinFactNeighborX="-6984" custLinFactNeighborY="6625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5D9D30D-A6F5-4070-BFC8-A9330D1E2762}" type="pres">
      <dgm:prSet presAssocID="{38ECFAFC-617F-46C3-BB30-9B09D20D1396}" presName="level3hierChild" presStyleCnt="0"/>
      <dgm:spPr/>
    </dgm:pt>
    <dgm:pt modelId="{EF5871DD-008E-43A8-AB83-DB966EDEDE40}" type="pres">
      <dgm:prSet presAssocID="{1003A309-10B5-4072-82A2-73DD074038E2}" presName="conn2-1" presStyleLbl="parChTrans1D4" presStyleIdx="3" presStyleCnt="4"/>
      <dgm:spPr/>
    </dgm:pt>
    <dgm:pt modelId="{6F96683C-1B13-4C5B-93C0-80A14B13CF4D}" type="pres">
      <dgm:prSet presAssocID="{1003A309-10B5-4072-82A2-73DD074038E2}" presName="connTx" presStyleLbl="parChTrans1D4" presStyleIdx="3" presStyleCnt="4"/>
      <dgm:spPr/>
    </dgm:pt>
    <dgm:pt modelId="{ADBAE1CC-2F1E-4EFA-870D-7C2931CD22CB}" type="pres">
      <dgm:prSet presAssocID="{FC073A82-F2CB-415E-B5DE-810AA4C5E0DD}" presName="root2" presStyleCnt="0"/>
      <dgm:spPr/>
    </dgm:pt>
    <dgm:pt modelId="{C856BBFD-B34A-48F1-9646-135442B305DD}" type="pres">
      <dgm:prSet presAssocID="{FC073A82-F2CB-415E-B5DE-810AA4C5E0DD}" presName="LevelTwoTextNode" presStyleLbl="node4" presStyleIdx="3" presStyleCnt="4" custScaleX="160621" custScaleY="222444" custLinFactNeighborX="15016" custLinFactNeighborY="6897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D90CF5D-B777-40A3-87E2-93B45C665C97}" type="pres">
      <dgm:prSet presAssocID="{FC073A82-F2CB-415E-B5DE-810AA4C5E0DD}" presName="level3hierChild" presStyleCnt="0"/>
      <dgm:spPr/>
    </dgm:pt>
  </dgm:ptLst>
  <dgm:cxnLst>
    <dgm:cxn modelId="{28EAEE97-E830-4922-9A61-D3D530C73221}" type="presOf" srcId="{260557A8-64E7-44CE-AAFB-B7C3BB4ED483}" destId="{30AAA2C5-961A-42CF-9255-CCEA508D3D39}" srcOrd="0" destOrd="0" presId="urn:microsoft.com/office/officeart/2005/8/layout/hierarchy2"/>
    <dgm:cxn modelId="{0163263D-8104-4427-A786-4EC9549BD71A}" type="presOf" srcId="{B22C9A32-0F0D-4C75-8A61-9D2794C5FD05}" destId="{7E45FD48-BF3D-4F9D-8F5C-D3AA26BD23A5}" srcOrd="0" destOrd="0" presId="urn:microsoft.com/office/officeart/2005/8/layout/hierarchy2"/>
    <dgm:cxn modelId="{FFF1FCE2-B78A-4876-8CB1-203A78B097A3}" type="presOf" srcId="{FC073A82-F2CB-415E-B5DE-810AA4C5E0DD}" destId="{C856BBFD-B34A-48F1-9646-135442B305DD}" srcOrd="0" destOrd="0" presId="urn:microsoft.com/office/officeart/2005/8/layout/hierarchy2"/>
    <dgm:cxn modelId="{64BFFE27-E66C-4DE9-9255-97029FAB8830}" type="presOf" srcId="{BA4F5B2D-2375-4D4F-863B-BB0B1E46E602}" destId="{726FAE51-5421-46D0-94BC-6C320610D757}" srcOrd="1" destOrd="0" presId="urn:microsoft.com/office/officeart/2005/8/layout/hierarchy2"/>
    <dgm:cxn modelId="{845A0A09-DD05-4102-B9B1-3A05DB084F00}" type="presOf" srcId="{F51BF27A-BF2A-4047-BD17-8AE4A5FE6B56}" destId="{022E0660-8D57-48E9-B23B-3359FACF074F}" srcOrd="0" destOrd="0" presId="urn:microsoft.com/office/officeart/2005/8/layout/hierarchy2"/>
    <dgm:cxn modelId="{6ADF4F74-8A6B-4586-9D7D-516DBAFC0E30}" type="presOf" srcId="{1003A309-10B5-4072-82A2-73DD074038E2}" destId="{6F96683C-1B13-4C5B-93C0-80A14B13CF4D}" srcOrd="1" destOrd="0" presId="urn:microsoft.com/office/officeart/2005/8/layout/hierarchy2"/>
    <dgm:cxn modelId="{63D50922-28D2-44D2-A6DD-F01026F214FD}" type="presOf" srcId="{81DDDED3-C3CA-421D-A830-B726C66E5902}" destId="{211AEB5F-252B-46CB-B76D-B213AB60AD6A}" srcOrd="0" destOrd="0" presId="urn:microsoft.com/office/officeart/2005/8/layout/hierarchy2"/>
    <dgm:cxn modelId="{69050678-ED49-4A5D-8EB2-002A8EEF0A56}" srcId="{62AF1FE0-B9DF-4FBF-A5DF-1701A9CECDD6}" destId="{7F5EB814-0061-4807-8C43-0A3B6649AB24}" srcOrd="0" destOrd="0" parTransId="{E052D3F0-2C77-48AE-9BA6-814307D997E5}" sibTransId="{AD2193D8-537A-43FC-AE93-D3739EDB6BA1}"/>
    <dgm:cxn modelId="{5C4EF5F1-965C-489B-989A-995C0689DDEB}" srcId="{38ECFAFC-617F-46C3-BB30-9B09D20D1396}" destId="{FC073A82-F2CB-415E-B5DE-810AA4C5E0DD}" srcOrd="0" destOrd="0" parTransId="{1003A309-10B5-4072-82A2-73DD074038E2}" sibTransId="{CD3B79EB-93F5-4AE5-8824-A98823CC2C0F}"/>
    <dgm:cxn modelId="{90B350A6-2470-4CE5-95B0-D0CD4C1DAD31}" type="presOf" srcId="{7F5EB814-0061-4807-8C43-0A3B6649AB24}" destId="{AD04AEDA-6C6D-4274-973E-3630EE9786F0}" srcOrd="0" destOrd="0" presId="urn:microsoft.com/office/officeart/2005/8/layout/hierarchy2"/>
    <dgm:cxn modelId="{8C03A887-354B-49F3-8EB6-2BDE0368E84A}" srcId="{D4789737-FB54-498C-956A-8F410F8411E5}" destId="{A53991F2-5495-42C9-AD09-FFED39929707}" srcOrd="0" destOrd="0" parTransId="{E014535E-6B7E-4FD3-8B5F-62C7B4E83C52}" sibTransId="{EC5BA3BB-EC25-4C8A-A681-8DC400109D8C}"/>
    <dgm:cxn modelId="{F9E04991-7710-44CA-9A88-C62D115897C6}" type="presOf" srcId="{2FBF2378-7922-42B4-BE7A-CE12A0C8BDE5}" destId="{55C7E416-5DE1-47E0-A416-B5AE251C2FAE}" srcOrd="1" destOrd="0" presId="urn:microsoft.com/office/officeart/2005/8/layout/hierarchy2"/>
    <dgm:cxn modelId="{BDB9515C-8832-4AA4-A7BF-3944C484006E}" type="presOf" srcId="{F8B00523-BB88-493C-BF28-81E0F8B7F720}" destId="{4FEC9C7C-E440-4B0D-80E1-8646990182B2}" srcOrd="0" destOrd="0" presId="urn:microsoft.com/office/officeart/2005/8/layout/hierarchy2"/>
    <dgm:cxn modelId="{A99FD1A7-7AC8-4624-A50F-0FECB5B96565}" type="presOf" srcId="{97AFEA3B-410E-41B2-97F4-2D332CC9E678}" destId="{56443313-6F91-48A3-BB4D-897687286494}" srcOrd="1" destOrd="0" presId="urn:microsoft.com/office/officeart/2005/8/layout/hierarchy2"/>
    <dgm:cxn modelId="{39FF9FAA-F378-4E5D-9AD5-75E48121D935}" type="presOf" srcId="{F51BF27A-BF2A-4047-BD17-8AE4A5FE6B56}" destId="{F169E754-0CC9-436F-912E-CC1C783F4967}" srcOrd="1" destOrd="0" presId="urn:microsoft.com/office/officeart/2005/8/layout/hierarchy2"/>
    <dgm:cxn modelId="{4F49E10C-5F92-4E75-BAF9-20B3E0C5913C}" type="presOf" srcId="{E014535E-6B7E-4FD3-8B5F-62C7B4E83C52}" destId="{376FBD36-540A-455F-8708-F6264A96A85E}" srcOrd="1" destOrd="0" presId="urn:microsoft.com/office/officeart/2005/8/layout/hierarchy2"/>
    <dgm:cxn modelId="{D300FB7E-02EF-48A2-86D0-EC605C5E666C}" type="presOf" srcId="{B71CE631-692B-4CB0-903A-46624A6E3FB9}" destId="{104E9889-5C99-4393-B775-89B45784560F}" srcOrd="1" destOrd="0" presId="urn:microsoft.com/office/officeart/2005/8/layout/hierarchy2"/>
    <dgm:cxn modelId="{63B845F1-A4E7-442B-AE4B-F70C11809B80}" type="presOf" srcId="{1003A309-10B5-4072-82A2-73DD074038E2}" destId="{EF5871DD-008E-43A8-AB83-DB966EDEDE40}" srcOrd="0" destOrd="0" presId="urn:microsoft.com/office/officeart/2005/8/layout/hierarchy2"/>
    <dgm:cxn modelId="{612962EA-F8F3-40B5-BC4C-EE9679DBC61F}" type="presOf" srcId="{E014535E-6B7E-4FD3-8B5F-62C7B4E83C52}" destId="{2F7EF3A4-8358-4BA1-9B6F-69C0CDFA418E}" srcOrd="0" destOrd="0" presId="urn:microsoft.com/office/officeart/2005/8/layout/hierarchy2"/>
    <dgm:cxn modelId="{3099CC22-748D-4D6F-8257-F728367D3146}" type="presOf" srcId="{BA4F5B2D-2375-4D4F-863B-BB0B1E46E602}" destId="{9A19E923-0BFE-4723-B45D-A6B7947D19B0}" srcOrd="0" destOrd="0" presId="urn:microsoft.com/office/officeart/2005/8/layout/hierarchy2"/>
    <dgm:cxn modelId="{40B0496A-F562-4D56-94DB-B0EB2F80F418}" type="presOf" srcId="{2FBF2378-7922-42B4-BE7A-CE12A0C8BDE5}" destId="{801FA15D-58A6-4134-A620-89CF60860F87}" srcOrd="0" destOrd="0" presId="urn:microsoft.com/office/officeart/2005/8/layout/hierarchy2"/>
    <dgm:cxn modelId="{1EA0CD01-3BC6-492B-A50C-FCF8E241E295}" type="presOf" srcId="{27E831DF-05DF-4C16-8910-AC2BA144A029}" destId="{4E8536B8-5C11-4558-826A-C4D446A3942C}" srcOrd="0" destOrd="0" presId="urn:microsoft.com/office/officeart/2005/8/layout/hierarchy2"/>
    <dgm:cxn modelId="{3D1716B4-D1F6-4DEA-ACEF-A7F8AF9FC518}" type="presOf" srcId="{D4789737-FB54-498C-956A-8F410F8411E5}" destId="{16A63B87-8E93-4926-A298-417FE202F207}" srcOrd="0" destOrd="0" presId="urn:microsoft.com/office/officeart/2005/8/layout/hierarchy2"/>
    <dgm:cxn modelId="{76C442CC-9245-4751-8CCF-7D145102E423}" srcId="{B22C9A32-0F0D-4C75-8A61-9D2794C5FD05}" destId="{D4789737-FB54-498C-956A-8F410F8411E5}" srcOrd="1" destOrd="0" parTransId="{B71CE631-692B-4CB0-903A-46624A6E3FB9}" sibTransId="{21C9C9B1-538B-483A-A465-1F6BA030C162}"/>
    <dgm:cxn modelId="{441456E8-6209-4953-A3A2-785AE638574E}" type="presOf" srcId="{F8B00523-BB88-493C-BF28-81E0F8B7F720}" destId="{2AAB5D92-ACDC-4A80-B303-7A56F123D74F}" srcOrd="1" destOrd="0" presId="urn:microsoft.com/office/officeart/2005/8/layout/hierarchy2"/>
    <dgm:cxn modelId="{7A063E14-FB56-4B13-97EE-1CB68E6C32E9}" type="presOf" srcId="{62AF1FE0-B9DF-4FBF-A5DF-1701A9CECDD6}" destId="{010489DA-F316-4A48-8AD3-383F1DB44519}" srcOrd="0" destOrd="0" presId="urn:microsoft.com/office/officeart/2005/8/layout/hierarchy2"/>
    <dgm:cxn modelId="{4E423D38-BC0B-4F3C-ADAD-3036A846901B}" srcId="{260557A8-64E7-44CE-AAFB-B7C3BB4ED483}" destId="{81DDDED3-C3CA-421D-A830-B726C66E5902}" srcOrd="0" destOrd="0" parTransId="{97AFEA3B-410E-41B2-97F4-2D332CC9E678}" sibTransId="{65C09F8B-9381-4D04-BA4E-141AF5FD53D7}"/>
    <dgm:cxn modelId="{724CB3A7-52B5-4AA6-A1A6-B3EACE77C374}" srcId="{2880EA8B-BCE3-4726-B2A4-AE86BB6B4F08}" destId="{38ECFAFC-617F-46C3-BB30-9B09D20D1396}" srcOrd="0" destOrd="0" parTransId="{F51BF27A-BF2A-4047-BD17-8AE4A5FE6B56}" sibTransId="{AD7AB41C-AB9D-4974-9C44-73B8BAE00734}"/>
    <dgm:cxn modelId="{30B749FE-864F-4268-9EE8-8798BC4E01E0}" type="presOf" srcId="{671AFC00-4512-456E-A9A2-1E0D41A0000B}" destId="{4269C14C-9D5A-4E26-A41D-A200D2174CFB}" srcOrd="1" destOrd="0" presId="urn:microsoft.com/office/officeart/2005/8/layout/hierarchy2"/>
    <dgm:cxn modelId="{3CFFBAE1-036B-4EC0-8EAC-7B8EDBCE3D75}" srcId="{7F5EB814-0061-4807-8C43-0A3B6649AB24}" destId="{2880EA8B-BCE3-4726-B2A4-AE86BB6B4F08}" srcOrd="1" destOrd="0" parTransId="{2FBF2378-7922-42B4-BE7A-CE12A0C8BDE5}" sibTransId="{C64CADC5-3F40-4F59-A8EC-61605221169C}"/>
    <dgm:cxn modelId="{88D7324B-78CD-44D1-ADCC-78B6B362D9CA}" type="presOf" srcId="{B71CE631-692B-4CB0-903A-46624A6E3FB9}" destId="{28F7AFDB-01F2-49A8-B555-97056DA76E96}" srcOrd="0" destOrd="0" presId="urn:microsoft.com/office/officeart/2005/8/layout/hierarchy2"/>
    <dgm:cxn modelId="{D8A660AD-6636-4F1A-A575-B07F950BEB7B}" type="presOf" srcId="{671AFC00-4512-456E-A9A2-1E0D41A0000B}" destId="{8DB43B5C-4765-44F4-A2A7-9F2D733980CD}" srcOrd="0" destOrd="0" presId="urn:microsoft.com/office/officeart/2005/8/layout/hierarchy2"/>
    <dgm:cxn modelId="{33112AE1-2EBB-4CD6-8249-B7B662828C6E}" type="presOf" srcId="{2880EA8B-BCE3-4726-B2A4-AE86BB6B4F08}" destId="{5488EEDC-AF12-4C9E-974E-02F89C844D2D}" srcOrd="0" destOrd="0" presId="urn:microsoft.com/office/officeart/2005/8/layout/hierarchy2"/>
    <dgm:cxn modelId="{A6F97B88-EC7E-4DA0-B915-2960D4A0F83F}" type="presOf" srcId="{38ECFAFC-617F-46C3-BB30-9B09D20D1396}" destId="{E639DD63-EEB2-448D-9045-6D114CA97C2C}" srcOrd="0" destOrd="0" presId="urn:microsoft.com/office/officeart/2005/8/layout/hierarchy2"/>
    <dgm:cxn modelId="{3241011F-8A3A-4399-B6A1-3620EEA95901}" srcId="{B22C9A32-0F0D-4C75-8A61-9D2794C5FD05}" destId="{27E831DF-05DF-4C16-8910-AC2BA144A029}" srcOrd="0" destOrd="0" parTransId="{671AFC00-4512-456E-A9A2-1E0D41A0000B}" sibTransId="{0269C42B-5C0C-4406-A648-5D2247764FAE}"/>
    <dgm:cxn modelId="{1713A4C6-3DD4-437C-B1A2-1FAA9E9C0903}" type="presOf" srcId="{A53991F2-5495-42C9-AD09-FFED39929707}" destId="{4083566D-8932-4EEC-B401-78A7C38B3301}" srcOrd="0" destOrd="0" presId="urn:microsoft.com/office/officeart/2005/8/layout/hierarchy2"/>
    <dgm:cxn modelId="{9EA7C104-2434-4D6C-AB4F-D06A795B53A4}" srcId="{A53991F2-5495-42C9-AD09-FFED39929707}" destId="{260557A8-64E7-44CE-AAFB-B7C3BB4ED483}" srcOrd="0" destOrd="0" parTransId="{BA4F5B2D-2375-4D4F-863B-BB0B1E46E602}" sibTransId="{732FC177-A8CA-4D5A-966F-0A483A0F434D}"/>
    <dgm:cxn modelId="{F7169010-718F-41D8-903D-9BA20F60CB23}" srcId="{7F5EB814-0061-4807-8C43-0A3B6649AB24}" destId="{B22C9A32-0F0D-4C75-8A61-9D2794C5FD05}" srcOrd="0" destOrd="0" parTransId="{F8B00523-BB88-493C-BF28-81E0F8B7F720}" sibTransId="{F33F2024-18A6-4862-B9A6-FE36F6269C40}"/>
    <dgm:cxn modelId="{BA3BE3B5-FBD4-46DA-98A5-C49AB85F2804}" type="presOf" srcId="{97AFEA3B-410E-41B2-97F4-2D332CC9E678}" destId="{35977F0F-6A05-42F5-9848-A242DD29E855}" srcOrd="0" destOrd="0" presId="urn:microsoft.com/office/officeart/2005/8/layout/hierarchy2"/>
    <dgm:cxn modelId="{9D18F7A6-A958-4FF6-856F-5AA48249CF43}" type="presParOf" srcId="{010489DA-F316-4A48-8AD3-383F1DB44519}" destId="{603226CB-70DA-4DEB-8E0F-BDCFEFBCFB4C}" srcOrd="0" destOrd="0" presId="urn:microsoft.com/office/officeart/2005/8/layout/hierarchy2"/>
    <dgm:cxn modelId="{3B37939D-80CA-47B1-8943-1B434BC212B7}" type="presParOf" srcId="{603226CB-70DA-4DEB-8E0F-BDCFEFBCFB4C}" destId="{AD04AEDA-6C6D-4274-973E-3630EE9786F0}" srcOrd="0" destOrd="0" presId="urn:microsoft.com/office/officeart/2005/8/layout/hierarchy2"/>
    <dgm:cxn modelId="{9A73CBDE-EADB-4BC6-AD6B-D3374433FBD7}" type="presParOf" srcId="{603226CB-70DA-4DEB-8E0F-BDCFEFBCFB4C}" destId="{5FE64767-BA1D-4A8B-8C28-B7B819CA3E11}" srcOrd="1" destOrd="0" presId="urn:microsoft.com/office/officeart/2005/8/layout/hierarchy2"/>
    <dgm:cxn modelId="{1A5BC272-7F70-4B74-806C-B7AE816DCC7A}" type="presParOf" srcId="{5FE64767-BA1D-4A8B-8C28-B7B819CA3E11}" destId="{4FEC9C7C-E440-4B0D-80E1-8646990182B2}" srcOrd="0" destOrd="0" presId="urn:microsoft.com/office/officeart/2005/8/layout/hierarchy2"/>
    <dgm:cxn modelId="{81F73304-74FB-42B8-8802-3A55A4C3A6CB}" type="presParOf" srcId="{4FEC9C7C-E440-4B0D-80E1-8646990182B2}" destId="{2AAB5D92-ACDC-4A80-B303-7A56F123D74F}" srcOrd="0" destOrd="0" presId="urn:microsoft.com/office/officeart/2005/8/layout/hierarchy2"/>
    <dgm:cxn modelId="{80604D82-FF8B-4AD5-A9AB-B0D80C413D52}" type="presParOf" srcId="{5FE64767-BA1D-4A8B-8C28-B7B819CA3E11}" destId="{1985BDDA-BC9E-4329-86AE-CFA396133AC4}" srcOrd="1" destOrd="0" presId="urn:microsoft.com/office/officeart/2005/8/layout/hierarchy2"/>
    <dgm:cxn modelId="{F995157E-8FAA-432F-81EC-F65D249694AB}" type="presParOf" srcId="{1985BDDA-BC9E-4329-86AE-CFA396133AC4}" destId="{7E45FD48-BF3D-4F9D-8F5C-D3AA26BD23A5}" srcOrd="0" destOrd="0" presId="urn:microsoft.com/office/officeart/2005/8/layout/hierarchy2"/>
    <dgm:cxn modelId="{8698DA9A-F264-44B2-B06C-1DC2FD28ACEA}" type="presParOf" srcId="{1985BDDA-BC9E-4329-86AE-CFA396133AC4}" destId="{04810707-5939-4826-B3C3-2A22B66CF01D}" srcOrd="1" destOrd="0" presId="urn:microsoft.com/office/officeart/2005/8/layout/hierarchy2"/>
    <dgm:cxn modelId="{5999B231-271C-48CE-973F-8A78FE363E09}" type="presParOf" srcId="{04810707-5939-4826-B3C3-2A22B66CF01D}" destId="{8DB43B5C-4765-44F4-A2A7-9F2D733980CD}" srcOrd="0" destOrd="0" presId="urn:microsoft.com/office/officeart/2005/8/layout/hierarchy2"/>
    <dgm:cxn modelId="{1D2391B4-0203-483B-9D71-374BE6EE7653}" type="presParOf" srcId="{8DB43B5C-4765-44F4-A2A7-9F2D733980CD}" destId="{4269C14C-9D5A-4E26-A41D-A200D2174CFB}" srcOrd="0" destOrd="0" presId="urn:microsoft.com/office/officeart/2005/8/layout/hierarchy2"/>
    <dgm:cxn modelId="{B2A41774-A785-4633-A2D3-A8EC72D13C8A}" type="presParOf" srcId="{04810707-5939-4826-B3C3-2A22B66CF01D}" destId="{9B97F411-46E1-4174-9FDE-35A233140EB2}" srcOrd="1" destOrd="0" presId="urn:microsoft.com/office/officeart/2005/8/layout/hierarchy2"/>
    <dgm:cxn modelId="{607CDC3E-2354-4685-8330-A044B89965EC}" type="presParOf" srcId="{9B97F411-46E1-4174-9FDE-35A233140EB2}" destId="{4E8536B8-5C11-4558-826A-C4D446A3942C}" srcOrd="0" destOrd="0" presId="urn:microsoft.com/office/officeart/2005/8/layout/hierarchy2"/>
    <dgm:cxn modelId="{561565ED-B917-42CC-86D1-099F6D156A1B}" type="presParOf" srcId="{9B97F411-46E1-4174-9FDE-35A233140EB2}" destId="{7DFE43D6-79FD-43DD-A31F-D13BE376B27A}" srcOrd="1" destOrd="0" presId="urn:microsoft.com/office/officeart/2005/8/layout/hierarchy2"/>
    <dgm:cxn modelId="{DDA31A4A-EA69-4391-936E-5D114049F667}" type="presParOf" srcId="{04810707-5939-4826-B3C3-2A22B66CF01D}" destId="{28F7AFDB-01F2-49A8-B555-97056DA76E96}" srcOrd="2" destOrd="0" presId="urn:microsoft.com/office/officeart/2005/8/layout/hierarchy2"/>
    <dgm:cxn modelId="{81B0E630-EC6A-4120-AFFA-AB9524F6522C}" type="presParOf" srcId="{28F7AFDB-01F2-49A8-B555-97056DA76E96}" destId="{104E9889-5C99-4393-B775-89B45784560F}" srcOrd="0" destOrd="0" presId="urn:microsoft.com/office/officeart/2005/8/layout/hierarchy2"/>
    <dgm:cxn modelId="{8205AC6D-A8A4-4019-B86D-4A3C7CEBC14F}" type="presParOf" srcId="{04810707-5939-4826-B3C3-2A22B66CF01D}" destId="{A1EC2040-CAAF-45A9-A61D-9830D2352FC6}" srcOrd="3" destOrd="0" presId="urn:microsoft.com/office/officeart/2005/8/layout/hierarchy2"/>
    <dgm:cxn modelId="{305A1952-F431-4F1B-9F9C-71ADED4C2BD4}" type="presParOf" srcId="{A1EC2040-CAAF-45A9-A61D-9830D2352FC6}" destId="{16A63B87-8E93-4926-A298-417FE202F207}" srcOrd="0" destOrd="0" presId="urn:microsoft.com/office/officeart/2005/8/layout/hierarchy2"/>
    <dgm:cxn modelId="{9087A3CE-2225-4E82-B498-A4A332A31CB9}" type="presParOf" srcId="{A1EC2040-CAAF-45A9-A61D-9830D2352FC6}" destId="{48349096-080A-4586-9CAA-325A92CDDE80}" srcOrd="1" destOrd="0" presId="urn:microsoft.com/office/officeart/2005/8/layout/hierarchy2"/>
    <dgm:cxn modelId="{45A1F0CA-24B0-438C-A436-9F0894FD95B6}" type="presParOf" srcId="{48349096-080A-4586-9CAA-325A92CDDE80}" destId="{2F7EF3A4-8358-4BA1-9B6F-69C0CDFA418E}" srcOrd="0" destOrd="0" presId="urn:microsoft.com/office/officeart/2005/8/layout/hierarchy2"/>
    <dgm:cxn modelId="{EDCE44D3-3689-47AC-BF34-92F6859BB7B7}" type="presParOf" srcId="{2F7EF3A4-8358-4BA1-9B6F-69C0CDFA418E}" destId="{376FBD36-540A-455F-8708-F6264A96A85E}" srcOrd="0" destOrd="0" presId="urn:microsoft.com/office/officeart/2005/8/layout/hierarchy2"/>
    <dgm:cxn modelId="{1EAF8B26-9E2F-4FC4-8AA1-6B785B66856F}" type="presParOf" srcId="{48349096-080A-4586-9CAA-325A92CDDE80}" destId="{D5C7082E-19F2-4E4F-A654-2FDFFBBE8222}" srcOrd="1" destOrd="0" presId="urn:microsoft.com/office/officeart/2005/8/layout/hierarchy2"/>
    <dgm:cxn modelId="{75C2AB69-66BF-44F2-A8BF-DA3CA3D97403}" type="presParOf" srcId="{D5C7082E-19F2-4E4F-A654-2FDFFBBE8222}" destId="{4083566D-8932-4EEC-B401-78A7C38B3301}" srcOrd="0" destOrd="0" presId="urn:microsoft.com/office/officeart/2005/8/layout/hierarchy2"/>
    <dgm:cxn modelId="{909596DA-1377-4454-9494-F8AAE6C9E199}" type="presParOf" srcId="{D5C7082E-19F2-4E4F-A654-2FDFFBBE8222}" destId="{2BFD8FBC-842E-4ADF-A8FE-5B799FB08670}" srcOrd="1" destOrd="0" presId="urn:microsoft.com/office/officeart/2005/8/layout/hierarchy2"/>
    <dgm:cxn modelId="{DC598C6B-65D2-438B-8F0A-5C8ED56C7670}" type="presParOf" srcId="{2BFD8FBC-842E-4ADF-A8FE-5B799FB08670}" destId="{9A19E923-0BFE-4723-B45D-A6B7947D19B0}" srcOrd="0" destOrd="0" presId="urn:microsoft.com/office/officeart/2005/8/layout/hierarchy2"/>
    <dgm:cxn modelId="{D0B313BA-2233-42CC-9117-C984FF365A35}" type="presParOf" srcId="{9A19E923-0BFE-4723-B45D-A6B7947D19B0}" destId="{726FAE51-5421-46D0-94BC-6C320610D757}" srcOrd="0" destOrd="0" presId="urn:microsoft.com/office/officeart/2005/8/layout/hierarchy2"/>
    <dgm:cxn modelId="{9472A5CE-70E6-4378-9BD1-0727959EFF1B}" type="presParOf" srcId="{2BFD8FBC-842E-4ADF-A8FE-5B799FB08670}" destId="{BFE13D38-05EB-4155-89A9-C2579E2F0941}" srcOrd="1" destOrd="0" presId="urn:microsoft.com/office/officeart/2005/8/layout/hierarchy2"/>
    <dgm:cxn modelId="{B8569311-C933-4E8A-9D0D-156EEAE11884}" type="presParOf" srcId="{BFE13D38-05EB-4155-89A9-C2579E2F0941}" destId="{30AAA2C5-961A-42CF-9255-CCEA508D3D39}" srcOrd="0" destOrd="0" presId="urn:microsoft.com/office/officeart/2005/8/layout/hierarchy2"/>
    <dgm:cxn modelId="{1D44909A-4A3D-4630-8EB3-51838B2CC189}" type="presParOf" srcId="{BFE13D38-05EB-4155-89A9-C2579E2F0941}" destId="{5211CC88-FEBD-49E6-8D74-60A98341BDDA}" srcOrd="1" destOrd="0" presId="urn:microsoft.com/office/officeart/2005/8/layout/hierarchy2"/>
    <dgm:cxn modelId="{B5CDE758-1D49-4050-8512-EF199E7CA79C}" type="presParOf" srcId="{5211CC88-FEBD-49E6-8D74-60A98341BDDA}" destId="{35977F0F-6A05-42F5-9848-A242DD29E855}" srcOrd="0" destOrd="0" presId="urn:microsoft.com/office/officeart/2005/8/layout/hierarchy2"/>
    <dgm:cxn modelId="{AE899617-33D5-4071-9D46-C2DB05FCDA39}" type="presParOf" srcId="{35977F0F-6A05-42F5-9848-A242DD29E855}" destId="{56443313-6F91-48A3-BB4D-897687286494}" srcOrd="0" destOrd="0" presId="urn:microsoft.com/office/officeart/2005/8/layout/hierarchy2"/>
    <dgm:cxn modelId="{75604C85-1447-4E88-8534-C5D7C89C5FAB}" type="presParOf" srcId="{5211CC88-FEBD-49E6-8D74-60A98341BDDA}" destId="{563BB455-B16B-4929-A4B7-124C81BB3304}" srcOrd="1" destOrd="0" presId="urn:microsoft.com/office/officeart/2005/8/layout/hierarchy2"/>
    <dgm:cxn modelId="{403E833D-097C-4A2C-8D9D-861E3F37C92F}" type="presParOf" srcId="{563BB455-B16B-4929-A4B7-124C81BB3304}" destId="{211AEB5F-252B-46CB-B76D-B213AB60AD6A}" srcOrd="0" destOrd="0" presId="urn:microsoft.com/office/officeart/2005/8/layout/hierarchy2"/>
    <dgm:cxn modelId="{538A0CA4-C414-4780-8F18-64E9B76233DD}" type="presParOf" srcId="{563BB455-B16B-4929-A4B7-124C81BB3304}" destId="{C7DACEDE-2BE4-4C8B-8CEA-4329A47BD8F6}" srcOrd="1" destOrd="0" presId="urn:microsoft.com/office/officeart/2005/8/layout/hierarchy2"/>
    <dgm:cxn modelId="{337296B3-1582-4982-B594-CA97E548B0E9}" type="presParOf" srcId="{5FE64767-BA1D-4A8B-8C28-B7B819CA3E11}" destId="{801FA15D-58A6-4134-A620-89CF60860F87}" srcOrd="2" destOrd="0" presId="urn:microsoft.com/office/officeart/2005/8/layout/hierarchy2"/>
    <dgm:cxn modelId="{699D4EF9-9081-493D-8660-8AF040BEE05B}" type="presParOf" srcId="{801FA15D-58A6-4134-A620-89CF60860F87}" destId="{55C7E416-5DE1-47E0-A416-B5AE251C2FAE}" srcOrd="0" destOrd="0" presId="urn:microsoft.com/office/officeart/2005/8/layout/hierarchy2"/>
    <dgm:cxn modelId="{D04CEF7C-3D8B-412D-B950-7A23E3E448E4}" type="presParOf" srcId="{5FE64767-BA1D-4A8B-8C28-B7B819CA3E11}" destId="{CF9BBE40-37F9-44BD-9D33-209E0E180F19}" srcOrd="3" destOrd="0" presId="urn:microsoft.com/office/officeart/2005/8/layout/hierarchy2"/>
    <dgm:cxn modelId="{96D0FC04-BCA8-4FE3-9EEC-8AACB8147AA7}" type="presParOf" srcId="{CF9BBE40-37F9-44BD-9D33-209E0E180F19}" destId="{5488EEDC-AF12-4C9E-974E-02F89C844D2D}" srcOrd="0" destOrd="0" presId="urn:microsoft.com/office/officeart/2005/8/layout/hierarchy2"/>
    <dgm:cxn modelId="{FA99D0F4-1E59-4B45-836E-E5BDEFCA6C43}" type="presParOf" srcId="{CF9BBE40-37F9-44BD-9D33-209E0E180F19}" destId="{D56AB8B5-D134-4714-BF80-BA092C024B8F}" srcOrd="1" destOrd="0" presId="urn:microsoft.com/office/officeart/2005/8/layout/hierarchy2"/>
    <dgm:cxn modelId="{F6818BBB-9F20-43C6-BEE5-3042E6F2C56B}" type="presParOf" srcId="{D56AB8B5-D134-4714-BF80-BA092C024B8F}" destId="{022E0660-8D57-48E9-B23B-3359FACF074F}" srcOrd="0" destOrd="0" presId="urn:microsoft.com/office/officeart/2005/8/layout/hierarchy2"/>
    <dgm:cxn modelId="{A4540696-07A4-48B4-9165-1C5DB6E9EEB0}" type="presParOf" srcId="{022E0660-8D57-48E9-B23B-3359FACF074F}" destId="{F169E754-0CC9-436F-912E-CC1C783F4967}" srcOrd="0" destOrd="0" presId="urn:microsoft.com/office/officeart/2005/8/layout/hierarchy2"/>
    <dgm:cxn modelId="{2E20C8D9-7A32-4A38-872B-712AF744DBAC}" type="presParOf" srcId="{D56AB8B5-D134-4714-BF80-BA092C024B8F}" destId="{11307424-9C8B-4EF4-A9A6-DF3B27D512C6}" srcOrd="1" destOrd="0" presId="urn:microsoft.com/office/officeart/2005/8/layout/hierarchy2"/>
    <dgm:cxn modelId="{EA90A25D-5949-4FB4-A779-8CF2123D1510}" type="presParOf" srcId="{11307424-9C8B-4EF4-A9A6-DF3B27D512C6}" destId="{E639DD63-EEB2-448D-9045-6D114CA97C2C}" srcOrd="0" destOrd="0" presId="urn:microsoft.com/office/officeart/2005/8/layout/hierarchy2"/>
    <dgm:cxn modelId="{A5E40307-5868-4AE5-9284-224A5024E38F}" type="presParOf" srcId="{11307424-9C8B-4EF4-A9A6-DF3B27D512C6}" destId="{B5D9D30D-A6F5-4070-BFC8-A9330D1E2762}" srcOrd="1" destOrd="0" presId="urn:microsoft.com/office/officeart/2005/8/layout/hierarchy2"/>
    <dgm:cxn modelId="{899878AE-D0FB-4FD0-8A54-1E6092632EDB}" type="presParOf" srcId="{B5D9D30D-A6F5-4070-BFC8-A9330D1E2762}" destId="{EF5871DD-008E-43A8-AB83-DB966EDEDE40}" srcOrd="0" destOrd="0" presId="urn:microsoft.com/office/officeart/2005/8/layout/hierarchy2"/>
    <dgm:cxn modelId="{3486EEC9-B3D6-493D-8553-8C77150D60D9}" type="presParOf" srcId="{EF5871DD-008E-43A8-AB83-DB966EDEDE40}" destId="{6F96683C-1B13-4C5B-93C0-80A14B13CF4D}" srcOrd="0" destOrd="0" presId="urn:microsoft.com/office/officeart/2005/8/layout/hierarchy2"/>
    <dgm:cxn modelId="{889B12C2-CC21-4ECF-9623-F88C06F321D6}" type="presParOf" srcId="{B5D9D30D-A6F5-4070-BFC8-A9330D1E2762}" destId="{ADBAE1CC-2F1E-4EFA-870D-7C2931CD22CB}" srcOrd="1" destOrd="0" presId="urn:microsoft.com/office/officeart/2005/8/layout/hierarchy2"/>
    <dgm:cxn modelId="{74C9BE22-8658-442A-9D18-F8984C4EC7AC}" type="presParOf" srcId="{ADBAE1CC-2F1E-4EFA-870D-7C2931CD22CB}" destId="{C856BBFD-B34A-48F1-9646-135442B305DD}" srcOrd="0" destOrd="0" presId="urn:microsoft.com/office/officeart/2005/8/layout/hierarchy2"/>
    <dgm:cxn modelId="{B85F23F7-468D-43FC-909C-E5DF97CB3E51}" type="presParOf" srcId="{ADBAE1CC-2F1E-4EFA-870D-7C2931CD22CB}" destId="{DD90CF5D-B777-40A3-87E2-93B45C665C9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4AEDA-6C6D-4274-973E-3630EE9786F0}">
      <dsp:nvSpPr>
        <dsp:cNvPr id="0" name=""/>
        <dsp:cNvSpPr/>
      </dsp:nvSpPr>
      <dsp:spPr>
        <a:xfrm>
          <a:off x="0" y="2066159"/>
          <a:ext cx="1067116" cy="725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Input frames</a:t>
          </a:r>
        </a:p>
      </dsp:txBody>
      <dsp:txXfrm>
        <a:off x="21255" y="2087414"/>
        <a:ext cx="1024606" cy="683204"/>
      </dsp:txXfrm>
    </dsp:sp>
    <dsp:sp modelId="{4FEC9C7C-E440-4B0D-80E1-8646990182B2}">
      <dsp:nvSpPr>
        <dsp:cNvPr id="0" name=""/>
        <dsp:cNvSpPr/>
      </dsp:nvSpPr>
      <dsp:spPr>
        <a:xfrm rot="17896524">
          <a:off x="929287" y="2190309"/>
          <a:ext cx="523777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523777" y="80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178081" y="2185282"/>
        <a:ext cx="26188" cy="26188"/>
      </dsp:txXfrm>
    </dsp:sp>
    <dsp:sp modelId="{7E45FD48-BF3D-4F9D-8F5C-D3AA26BD23A5}">
      <dsp:nvSpPr>
        <dsp:cNvPr id="0" name=""/>
        <dsp:cNvSpPr/>
      </dsp:nvSpPr>
      <dsp:spPr>
        <a:xfrm>
          <a:off x="1315235" y="1478772"/>
          <a:ext cx="1089803" cy="977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MobileNetV3 backbone</a:t>
          </a:r>
          <a:endParaRPr lang="en-IN" sz="1400" kern="1200" dirty="0">
            <a:latin typeface="+mn-lt"/>
          </a:endParaRPr>
        </a:p>
      </dsp:txBody>
      <dsp:txXfrm>
        <a:off x="1343877" y="1507414"/>
        <a:ext cx="1032519" cy="920642"/>
      </dsp:txXfrm>
    </dsp:sp>
    <dsp:sp modelId="{8DB43B5C-4765-44F4-A2A7-9F2D733980CD}">
      <dsp:nvSpPr>
        <dsp:cNvPr id="0" name=""/>
        <dsp:cNvSpPr/>
      </dsp:nvSpPr>
      <dsp:spPr>
        <a:xfrm rot="18850678">
          <a:off x="2304652" y="1722150"/>
          <a:ext cx="662370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662370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619278" y="1713657"/>
        <a:ext cx="33118" cy="33118"/>
      </dsp:txXfrm>
    </dsp:sp>
    <dsp:sp modelId="{4E8536B8-5C11-4558-826A-C4D446A3942C}">
      <dsp:nvSpPr>
        <dsp:cNvPr id="0" name=""/>
        <dsp:cNvSpPr/>
      </dsp:nvSpPr>
      <dsp:spPr>
        <a:xfrm>
          <a:off x="2866637" y="1172467"/>
          <a:ext cx="1255080" cy="6404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Fully convolutional </a:t>
          </a:r>
          <a:r>
            <a:rPr lang="en-GB" sz="1400" kern="1200" dirty="0" err="1" smtClean="0">
              <a:latin typeface="+mn-lt"/>
            </a:rPr>
            <a:t>regressor</a:t>
          </a:r>
          <a:endParaRPr lang="en-IN" sz="1400" kern="1200" dirty="0">
            <a:latin typeface="+mn-lt"/>
          </a:endParaRPr>
        </a:p>
      </dsp:txBody>
      <dsp:txXfrm>
        <a:off x="2885395" y="1191225"/>
        <a:ext cx="1217564" cy="602945"/>
      </dsp:txXfrm>
    </dsp:sp>
    <dsp:sp modelId="{28F7AFDB-01F2-49A8-B555-97056DA76E96}">
      <dsp:nvSpPr>
        <dsp:cNvPr id="0" name=""/>
        <dsp:cNvSpPr/>
      </dsp:nvSpPr>
      <dsp:spPr>
        <a:xfrm rot="2215085">
          <a:off x="2344122" y="2142161"/>
          <a:ext cx="607626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607626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632745" y="2135037"/>
        <a:ext cx="30381" cy="30381"/>
      </dsp:txXfrm>
    </dsp:sp>
    <dsp:sp modelId="{16A63B87-8E93-4926-A298-417FE202F207}">
      <dsp:nvSpPr>
        <dsp:cNvPr id="0" name=""/>
        <dsp:cNvSpPr/>
      </dsp:nvSpPr>
      <dsp:spPr>
        <a:xfrm>
          <a:off x="2890833" y="2105403"/>
          <a:ext cx="909267" cy="454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Spatial Reduction</a:t>
          </a:r>
          <a:endParaRPr lang="en-IN" sz="1400" kern="1200" dirty="0">
            <a:latin typeface="+mn-lt"/>
          </a:endParaRPr>
        </a:p>
      </dsp:txBody>
      <dsp:txXfrm>
        <a:off x="2904149" y="2118719"/>
        <a:ext cx="882635" cy="428001"/>
      </dsp:txXfrm>
    </dsp:sp>
    <dsp:sp modelId="{2F7EF3A4-8358-4BA1-9B6F-69C0CDFA418E}">
      <dsp:nvSpPr>
        <dsp:cNvPr id="0" name=""/>
        <dsp:cNvSpPr/>
      </dsp:nvSpPr>
      <dsp:spPr>
        <a:xfrm>
          <a:off x="3800101" y="2324653"/>
          <a:ext cx="363707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363707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972862" y="2323628"/>
        <a:ext cx="18185" cy="18185"/>
      </dsp:txXfrm>
    </dsp:sp>
    <dsp:sp modelId="{4083566D-8932-4EEC-B401-78A7C38B3301}">
      <dsp:nvSpPr>
        <dsp:cNvPr id="0" name=""/>
        <dsp:cNvSpPr/>
      </dsp:nvSpPr>
      <dsp:spPr>
        <a:xfrm>
          <a:off x="4163808" y="2069578"/>
          <a:ext cx="1311455" cy="526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Concatenation</a:t>
          </a:r>
          <a:endParaRPr lang="en-IN" sz="1400" kern="1200" dirty="0">
            <a:latin typeface="+mn-lt"/>
          </a:endParaRPr>
        </a:p>
      </dsp:txBody>
      <dsp:txXfrm>
        <a:off x="4179222" y="2084992"/>
        <a:ext cx="1280627" cy="495456"/>
      </dsp:txXfrm>
    </dsp:sp>
    <dsp:sp modelId="{9A19E923-0BFE-4723-B45D-A6B7947D19B0}">
      <dsp:nvSpPr>
        <dsp:cNvPr id="0" name=""/>
        <dsp:cNvSpPr/>
      </dsp:nvSpPr>
      <dsp:spPr>
        <a:xfrm>
          <a:off x="5475263" y="2324653"/>
          <a:ext cx="363707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363707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5648024" y="2323628"/>
        <a:ext cx="18185" cy="18185"/>
      </dsp:txXfrm>
    </dsp:sp>
    <dsp:sp modelId="{30AAA2C5-961A-42CF-9255-CCEA508D3D39}">
      <dsp:nvSpPr>
        <dsp:cNvPr id="0" name=""/>
        <dsp:cNvSpPr/>
      </dsp:nvSpPr>
      <dsp:spPr>
        <a:xfrm>
          <a:off x="5838971" y="2105403"/>
          <a:ext cx="909267" cy="454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err="1" smtClean="0">
              <a:latin typeface="+mn-lt"/>
            </a:rPr>
            <a:t>ConvLSTM</a:t>
          </a:r>
          <a:endParaRPr lang="en-IN" sz="1400" kern="1200" dirty="0">
            <a:latin typeface="+mn-lt"/>
          </a:endParaRPr>
        </a:p>
      </dsp:txBody>
      <dsp:txXfrm>
        <a:off x="5852287" y="2118719"/>
        <a:ext cx="882635" cy="428001"/>
      </dsp:txXfrm>
    </dsp:sp>
    <dsp:sp modelId="{35977F0F-6A05-42F5-9848-A242DD29E855}">
      <dsp:nvSpPr>
        <dsp:cNvPr id="0" name=""/>
        <dsp:cNvSpPr/>
      </dsp:nvSpPr>
      <dsp:spPr>
        <a:xfrm>
          <a:off x="6748239" y="2324653"/>
          <a:ext cx="363707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363707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6921000" y="2323628"/>
        <a:ext cx="18185" cy="18185"/>
      </dsp:txXfrm>
    </dsp:sp>
    <dsp:sp modelId="{211AEB5F-252B-46CB-B76D-B213AB60AD6A}">
      <dsp:nvSpPr>
        <dsp:cNvPr id="0" name=""/>
        <dsp:cNvSpPr/>
      </dsp:nvSpPr>
      <dsp:spPr>
        <a:xfrm>
          <a:off x="7111946" y="1920372"/>
          <a:ext cx="1306490" cy="8246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400" kern="1200" dirty="0" smtClean="0">
            <a:latin typeface="+mn-lt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Global Pooling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MLP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err="1" smtClean="0">
              <a:latin typeface="+mn-lt"/>
            </a:rPr>
            <a:t>Softmax</a:t>
          </a:r>
          <a:endParaRPr lang="en-GB" sz="1400" kern="1200" dirty="0" smtClean="0">
            <a:latin typeface="+mn-lt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 dirty="0">
            <a:latin typeface="+mn-lt"/>
          </a:endParaRPr>
        </a:p>
      </dsp:txBody>
      <dsp:txXfrm>
        <a:off x="7136101" y="1944527"/>
        <a:ext cx="1258180" cy="776386"/>
      </dsp:txXfrm>
    </dsp:sp>
    <dsp:sp modelId="{801FA15D-58A6-4134-A620-89CF60860F87}">
      <dsp:nvSpPr>
        <dsp:cNvPr id="0" name=""/>
        <dsp:cNvSpPr/>
      </dsp:nvSpPr>
      <dsp:spPr>
        <a:xfrm rot="3806621">
          <a:off x="838190" y="2791297"/>
          <a:ext cx="828058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828058" y="80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1231518" y="2778662"/>
        <a:ext cx="41402" cy="41402"/>
      </dsp:txXfrm>
    </dsp:sp>
    <dsp:sp modelId="{5488EEDC-AF12-4C9E-974E-02F89C844D2D}">
      <dsp:nvSpPr>
        <dsp:cNvPr id="0" name=""/>
        <dsp:cNvSpPr/>
      </dsp:nvSpPr>
      <dsp:spPr>
        <a:xfrm>
          <a:off x="1437322" y="2942394"/>
          <a:ext cx="909267" cy="454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Pre-filter (</a:t>
          </a:r>
          <a:r>
            <a:rPr lang="en-GB" sz="1400" kern="1200" dirty="0" err="1" smtClean="0">
              <a:latin typeface="+mn-lt"/>
            </a:rPr>
            <a:t>Denoise</a:t>
          </a:r>
          <a:r>
            <a:rPr lang="en-GB" sz="1400" kern="1200" dirty="0" smtClean="0">
              <a:latin typeface="+mn-lt"/>
            </a:rPr>
            <a:t>)</a:t>
          </a:r>
          <a:endParaRPr lang="en-IN" sz="1400" kern="1200" dirty="0">
            <a:latin typeface="+mn-lt"/>
          </a:endParaRPr>
        </a:p>
      </dsp:txBody>
      <dsp:txXfrm>
        <a:off x="1450638" y="2955710"/>
        <a:ext cx="882635" cy="428001"/>
      </dsp:txXfrm>
    </dsp:sp>
    <dsp:sp modelId="{022E0660-8D57-48E9-B23B-3359FACF074F}">
      <dsp:nvSpPr>
        <dsp:cNvPr id="0" name=""/>
        <dsp:cNvSpPr/>
      </dsp:nvSpPr>
      <dsp:spPr>
        <a:xfrm rot="2705821">
          <a:off x="2284056" y="3312255"/>
          <a:ext cx="425273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425273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2486061" y="3309690"/>
        <a:ext cx="21263" cy="21263"/>
      </dsp:txXfrm>
    </dsp:sp>
    <dsp:sp modelId="{E639DD63-EEB2-448D-9045-6D114CA97C2C}">
      <dsp:nvSpPr>
        <dsp:cNvPr id="0" name=""/>
        <dsp:cNvSpPr/>
      </dsp:nvSpPr>
      <dsp:spPr>
        <a:xfrm>
          <a:off x="2646794" y="3033532"/>
          <a:ext cx="1050031" cy="874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Flow estimation</a:t>
          </a:r>
          <a:endParaRPr lang="en-IN" sz="1400" kern="1200" dirty="0">
            <a:latin typeface="+mn-lt"/>
          </a:endParaRPr>
        </a:p>
      </dsp:txBody>
      <dsp:txXfrm>
        <a:off x="2672416" y="3059154"/>
        <a:ext cx="998787" cy="823558"/>
      </dsp:txXfrm>
    </dsp:sp>
    <dsp:sp modelId="{EF5871DD-008E-43A8-AB83-DB966EDEDE40}">
      <dsp:nvSpPr>
        <dsp:cNvPr id="0" name=""/>
        <dsp:cNvSpPr/>
      </dsp:nvSpPr>
      <dsp:spPr>
        <a:xfrm rot="75452">
          <a:off x="3696758" y="3469054"/>
          <a:ext cx="563881" cy="16134"/>
        </a:xfrm>
        <a:custGeom>
          <a:avLst/>
          <a:gdLst/>
          <a:ahLst/>
          <a:cxnLst/>
          <a:rect l="0" t="0" r="0" b="0"/>
          <a:pathLst>
            <a:path>
              <a:moveTo>
                <a:pt x="0" y="8067"/>
              </a:moveTo>
              <a:lnTo>
                <a:pt x="563881" y="80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500" kern="1200"/>
        </a:p>
      </dsp:txBody>
      <dsp:txXfrm>
        <a:off x="3964602" y="3463024"/>
        <a:ext cx="28194" cy="28194"/>
      </dsp:txXfrm>
    </dsp:sp>
    <dsp:sp modelId="{C856BBFD-B34A-48F1-9646-135442B305DD}">
      <dsp:nvSpPr>
        <dsp:cNvPr id="0" name=""/>
        <dsp:cNvSpPr/>
      </dsp:nvSpPr>
      <dsp:spPr>
        <a:xfrm>
          <a:off x="4260572" y="2977655"/>
          <a:ext cx="1460475" cy="1011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Motion CNN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latin typeface="+mn-lt"/>
            </a:rPr>
            <a:t>( Residual </a:t>
          </a:r>
          <a:r>
            <a:rPr lang="en-GB" sz="1400" kern="1200" dirty="0" err="1" smtClean="0">
              <a:latin typeface="+mn-lt"/>
            </a:rPr>
            <a:t>depthwise</a:t>
          </a:r>
          <a:r>
            <a:rPr lang="en-GB" sz="1400" kern="1200" dirty="0" smtClean="0">
              <a:latin typeface="+mn-lt"/>
            </a:rPr>
            <a:t> CNN  with SE attention)</a:t>
          </a:r>
          <a:endParaRPr lang="en-IN" sz="1400" kern="1200" dirty="0">
            <a:latin typeface="+mn-lt"/>
          </a:endParaRPr>
        </a:p>
      </dsp:txBody>
      <dsp:txXfrm>
        <a:off x="4290192" y="3007275"/>
        <a:ext cx="1401235" cy="952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49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41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5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85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96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3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81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71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9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89118-20C9-4B61-87C9-4B94CDA4FB9F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937BC-7B4D-4A77-A149-BE750D0B7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25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14670" y="388888"/>
            <a:ext cx="9208589" cy="5072112"/>
            <a:chOff x="14670" y="388888"/>
            <a:chExt cx="9208589" cy="5072112"/>
          </a:xfrm>
        </p:grpSpPr>
        <p:graphicFrame>
          <p:nvGraphicFramePr>
            <p:cNvPr id="4" name="Diagram 3"/>
            <p:cNvGraphicFramePr/>
            <p:nvPr>
              <p:extLst>
                <p:ext uri="{D42A27DB-BD31-4B8C-83A1-F6EECF244321}">
                  <p14:modId xmlns:p14="http://schemas.microsoft.com/office/powerpoint/2010/main" val="3106579381"/>
                </p:ext>
              </p:extLst>
            </p:nvPr>
          </p:nvGraphicFramePr>
          <p:xfrm>
            <a:off x="14670" y="388888"/>
            <a:ext cx="8424936" cy="50721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2065430" y="1594910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24x28x28</a:t>
              </a:r>
              <a:endParaRPr lang="en-IN" sz="12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425470" y="2880608"/>
              <a:ext cx="720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576x7x7</a:t>
              </a:r>
              <a:endParaRPr lang="en-IN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9532" y="2249712"/>
              <a:ext cx="12961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 smtClean="0"/>
                <a:t>1x224x224</a:t>
              </a:r>
              <a:endParaRPr lang="en-IN" sz="1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9552" y="3532406"/>
              <a:ext cx="9361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2x224x224</a:t>
              </a:r>
              <a:endParaRPr lang="en-IN" sz="12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08275" y="4019344"/>
              <a:ext cx="8915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2x224x224</a:t>
              </a:r>
              <a:endParaRPr lang="en-IN" sz="12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4008" y="3112456"/>
              <a:ext cx="661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64x7x7</a:t>
              </a:r>
              <a:endParaRPr lang="en-IN" sz="1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31081" y="2924943"/>
              <a:ext cx="6754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64x7x7</a:t>
              </a:r>
              <a:endParaRPr lang="en-IN" sz="12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70122" y="2973957"/>
              <a:ext cx="774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128x7x7</a:t>
              </a:r>
              <a:endParaRPr lang="en-IN" sz="1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68827" y="1420399"/>
              <a:ext cx="8195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1x28x28</a:t>
              </a:r>
              <a:endParaRPr lang="en-IN" sz="1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74927" y="2212550"/>
              <a:ext cx="774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128x7x7</a:t>
              </a:r>
              <a:endParaRPr lang="en-IN" sz="1200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4324015" y="1835898"/>
              <a:ext cx="752041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143524" y="1558899"/>
              <a:ext cx="9136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Density map</a:t>
              </a:r>
              <a:endParaRPr lang="en-IN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5940152" y="1860407"/>
              <a:ext cx="752041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729195" y="1617767"/>
              <a:ext cx="23443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Crowd count = </a:t>
              </a:r>
              <a:r>
                <a:rPr lang="en-IN" dirty="0"/>
                <a:t>Σ D(</a:t>
              </a:r>
              <a:r>
                <a:rPr lang="en-IN" dirty="0" err="1"/>
                <a:t>x,y</a:t>
              </a:r>
              <a:r>
                <a:rPr lang="en-IN" dirty="0"/>
                <a:t>)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751436" y="3079164"/>
              <a:ext cx="0" cy="130951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5600344" y="4388676"/>
              <a:ext cx="36229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smtClean="0"/>
                <a:t>[Normal </a:t>
              </a:r>
              <a:r>
                <a:rPr lang="en-IN" dirty="0" smtClean="0"/>
                <a:t>|</a:t>
              </a:r>
              <a:r>
                <a:rPr lang="en-IN" dirty="0" smtClean="0"/>
                <a:t> Turbulent | Compressed]</a:t>
              </a:r>
              <a:endParaRPr lang="en-IN" dirty="0"/>
            </a:p>
          </p:txBody>
        </p:sp>
      </p:grpSp>
      <p:cxnSp>
        <p:nvCxnSpPr>
          <p:cNvPr id="29" name="Straight Connector 28"/>
          <p:cNvCxnSpPr/>
          <p:nvPr/>
        </p:nvCxnSpPr>
        <p:spPr>
          <a:xfrm flipV="1">
            <a:off x="4644008" y="2996952"/>
            <a:ext cx="0" cy="3703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58101" y="4276603"/>
            <a:ext cx="891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2x224x224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3271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57</Words>
  <Application>Microsoft Office PowerPoint</Application>
  <PresentationFormat>On-screen Show (4:3)</PresentationFormat>
  <Paragraphs>28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</dc:creator>
  <cp:lastModifiedBy>RAJESH</cp:lastModifiedBy>
  <cp:revision>10</cp:revision>
  <dcterms:created xsi:type="dcterms:W3CDTF">2026-06-10T05:20:35Z</dcterms:created>
  <dcterms:modified xsi:type="dcterms:W3CDTF">2026-06-10T07:49:38Z</dcterms:modified>
</cp:coreProperties>
</file>